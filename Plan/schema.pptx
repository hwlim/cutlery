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 snapToObjects="1">
      <p:cViewPr varScale="1">
        <p:scale>
          <a:sx n="102" d="100"/>
          <a:sy n="102" d="100"/>
        </p:scale>
        <p:origin x="1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5297-705D-7741-8216-3D058131D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EE1511-7769-4C43-8ADC-08FB4E678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C9379-31FC-904A-8B28-3DD5276E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CFED0-8EB3-5A4F-B4A7-B6AEACC7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ED1-7205-3F43-BC6C-4B353F06D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F8C6-77FF-FF41-A815-549C4DA67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B2DCB-4EB9-C04D-9E5C-1774D6710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85670-DBD3-0E47-9166-519076DF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7D83-2BD6-2C40-85C9-6CD8CB73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9978A-E75B-6B47-9FA6-AA35A1743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34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9329-B6D3-2149-8892-A23AB4F0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6AA53-F86E-604D-B1BF-BA45E1C6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E0FA-4562-DE4A-A35F-AF0CA482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D7D39-B01B-3B40-B1B0-E2794A29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7F79-B52B-CA49-9648-1ECB46A5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7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47E7-1EFD-364C-B421-0DA7C282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33465-EC43-CF41-A16A-7AD30AFAE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1E42C1-B507-774E-B154-6A4C87419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E2E3E-C712-0640-8341-39D4AFE0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EA830-63F6-BD47-99FB-F93C6BB2B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0C21E-CD7B-634E-86A1-098C8831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8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5F080-2C26-C048-82D1-4454472A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F8E8B9-9F5A-324E-B997-7E1544AFD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8F27D-C79C-444D-BE69-CD97A26E15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4A82E-78DA-B047-91B6-A5986AFC6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B1A18-9C5B-CA43-BEF7-AE597C654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D5ACA0-79B2-5243-A78B-F8926362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E0329A-FFA0-584F-8379-FBECA39A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AB377C-D79B-3243-98F4-94726AD05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36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D462-D9BC-6A47-96DB-1270B694E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B044F2-0273-5E49-A0E2-9E9B9C905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F9BF64-29D6-B841-98C0-670480829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1582B-9596-F946-B567-5B86EE03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70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A4AE9-A046-514A-8044-F7F6218F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31D91-64D0-3B4B-8C81-5BFA8B02A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4BF3-A602-CD48-A3C8-422B9058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5D4D-F514-EC43-928B-BD6C49F04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9DC0-2CE0-8346-8D65-27880C5FD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98913-3B3B-A74A-880A-09DF93A8A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1E33B-28A9-F644-BE66-33452FBF6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C308C-6EB7-0C4D-AC15-BB6154C6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A1199-757E-5B46-BF8E-A8838CC1F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5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740B7-3711-0541-89FF-2725814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0C17AC-0531-D742-B176-C7D823932F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FABB5-BB29-A34C-BE6F-90AEAC2F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DE5B8-1D20-6345-BEE5-F749D11CC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CBC1D-56D6-A64C-A9FA-BAEC52C7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F7F3B-2500-3E4A-9EF0-CFB548C6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10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A6E78-C026-9741-9E8E-AACFCB9B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3303CB-8FAF-5E4E-BD6C-8B1F3A9E9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B4F0F-9B06-794B-AC05-F138839F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3D7D6-BD0E-5245-8BE2-C35843C8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8BA83-1242-9A4E-8F25-07B75AA2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8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FC1C31-7D62-9041-90E2-C32FF22EF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E7391-3955-C643-BC2F-63F8919306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AE746-0D0B-8144-AE7C-F19905021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34C3-B629-0646-B7D1-A6FAC131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FFA0-87CD-7249-B729-0E0789C1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0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29B15C-63F2-D045-9EE0-C98496490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E410D-EC80-FC47-9332-B27EBEB6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79FA-403B-D84B-ACE4-D64B37AE3C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2546D-C337-864E-97E4-436D2A8FC99A}" type="datetimeFigureOut">
              <a:rPr lang="en-US" smtClean="0"/>
              <a:t>7/30/20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CB23-F2DA-D34B-A0EB-C85ED2217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97910-9250-2C44-BF5C-B9EB091FC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40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155033" y="1828799"/>
            <a:ext cx="642257" cy="283028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643404" y="1654628"/>
            <a:ext cx="1763486" cy="348343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643404" y="2188028"/>
            <a:ext cx="1763486" cy="3483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643404" y="2721428"/>
            <a:ext cx="1763486" cy="3483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643404" y="3254828"/>
            <a:ext cx="1763486" cy="3483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643404" y="3788228"/>
            <a:ext cx="1763486" cy="3483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3E1E7F-E28A-B448-BCB9-0E5DF62CEF79}"/>
              </a:ext>
            </a:extLst>
          </p:cNvPr>
          <p:cNvSpPr txBox="1"/>
          <p:nvPr/>
        </p:nvSpPr>
        <p:spPr>
          <a:xfrm>
            <a:off x="2466760" y="3798017"/>
            <a:ext cx="9035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Optional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429054" y="1223546"/>
            <a:ext cx="24894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Alignment &amp; Preprocessing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4DA1DF1-187C-9B45-A37F-29C99D68EC4C}"/>
              </a:ext>
            </a:extLst>
          </p:cNvPr>
          <p:cNvSpPr/>
          <p:nvPr/>
        </p:nvSpPr>
        <p:spPr>
          <a:xfrm>
            <a:off x="594418" y="4769038"/>
            <a:ext cx="1763486" cy="348343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Processed BAM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DC4D5CA4-3C6E-8346-984D-213271980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80553" y="0"/>
            <a:ext cx="3840480" cy="6858000"/>
          </a:xfrm>
          <a:prstGeom prst="rect">
            <a:avLst/>
          </a:prstGeom>
        </p:spPr>
      </p:pic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62C8CFA-59D0-4C48-B582-D20271227B1A}"/>
              </a:ext>
            </a:extLst>
          </p:cNvPr>
          <p:cNvSpPr/>
          <p:nvPr/>
        </p:nvSpPr>
        <p:spPr>
          <a:xfrm>
            <a:off x="9444624" y="6363222"/>
            <a:ext cx="751562" cy="313151"/>
          </a:xfrm>
          <a:prstGeom prst="round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Folder</a:t>
            </a:r>
            <a:endParaRPr lang="en-US" sz="1400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1B3A745-5709-E74E-875D-6DAE35534B8B}"/>
              </a:ext>
            </a:extLst>
          </p:cNvPr>
          <p:cNvSpPr/>
          <p:nvPr/>
        </p:nvSpPr>
        <p:spPr>
          <a:xfrm>
            <a:off x="10333446" y="6363222"/>
            <a:ext cx="751562" cy="313151"/>
          </a:xfrm>
          <a:prstGeom prst="roundRect">
            <a:avLst/>
          </a:prstGeom>
          <a:ln w="28575">
            <a:solidFill>
              <a:schemeClr val="accent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File</a:t>
            </a:r>
            <a:endParaRPr lang="en-US" sz="1400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870567D-BCB4-2D40-9FEF-2A5CC62CE578}"/>
              </a:ext>
            </a:extLst>
          </p:cNvPr>
          <p:cNvSpPr/>
          <p:nvPr/>
        </p:nvSpPr>
        <p:spPr>
          <a:xfrm>
            <a:off x="11222268" y="6363222"/>
            <a:ext cx="751562" cy="313151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Text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24347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15</Words>
  <Application>Microsoft Macintosh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Lim, Hee Woong</dc:creator>
  <cp:lastModifiedBy>Lim, Hee Woong</cp:lastModifiedBy>
  <cp:revision>23</cp:revision>
  <dcterms:created xsi:type="dcterms:W3CDTF">2020-06-12T17:02:32Z</dcterms:created>
  <dcterms:modified xsi:type="dcterms:W3CDTF">2020-07-30T22:20:43Z</dcterms:modified>
</cp:coreProperties>
</file>