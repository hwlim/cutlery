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25297-705D-7741-8216-3D058131D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E1511-7769-4C43-8ADC-08FB4E678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C9379-31FC-904A-8B28-3DD5276EE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CFED0-8EB3-5A4F-B4A7-B6AEACC7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E5ED1-7205-3F43-BC6C-4B353F06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65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F8C6-77FF-FF41-A815-549C4DA6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B2DCB-4EB9-C04D-9E5C-1774D6710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85670-DBD3-0E47-9166-519076DFB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77D83-2BD6-2C40-85C9-6CD8CB73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9978A-E75B-6B47-9FA6-AA35A1743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3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89329-B6D3-2149-8892-A23AB4F0C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6AA53-F86E-604D-B1BF-BA45E1C62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BE0FA-4562-DE4A-A35F-AF0CA482D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D7D39-B01B-3B40-B1B0-E2794A295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A7F79-B52B-CA49-9648-1ECB46A5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7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D47E7-1EFD-364C-B421-0DA7C282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33465-EC43-CF41-A16A-7AD30AFAE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E42C1-B507-774E-B154-6A4C87419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E2E3E-C712-0640-8341-39D4AFE06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EA830-63F6-BD47-99FB-F93C6BB2B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0C21E-CD7B-634E-86A1-098C8831A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8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5F080-2C26-C048-82D1-4454472A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8E8B9-9F5A-324E-B997-7E1544AFD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8F27D-C79C-444D-BE69-CD97A26E1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14A82E-78DA-B047-91B6-A5986AFC6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FB1A18-9C5B-CA43-BEF7-AE597C654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D5ACA0-79B2-5243-A78B-F89263628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6/12/20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E0329A-FFA0-584F-8379-FBECA39A1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B377C-D79B-3243-98F4-94726AD05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36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D462-D9BC-6A47-96DB-1270B694E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B044F2-0273-5E49-A0E2-9E9B9C90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6/12/20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F9BF64-29D6-B841-98C0-670480829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C1582B-9596-F946-B567-5B86EE03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01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4A4AE9-A046-514A-8044-F7F6218F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6/12/20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D31D91-64D0-3B4B-8C81-5BFA8B02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84BF3-A602-CD48-A3C8-422B9058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89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65D4D-F514-EC43-928B-BD6C49F04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B9DC0-2CE0-8346-8D65-27880C5FD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98913-3B3B-A74A-880A-09DF93A8A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1E33B-28A9-F644-BE66-33452FBF6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C308C-6EB7-0C4D-AC15-BB6154C65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A1199-757E-5B46-BF8E-A8838CC1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0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740B7-3711-0541-89FF-27258148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C17AC-0531-D742-B176-C7D823932F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FABB5-BB29-A34C-BE6F-90AEAC2F6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DE5B8-1D20-6345-BEE5-F749D11C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CBC1D-56D6-A64C-A9FA-BAEC52C7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F7F3B-2500-3E4A-9EF0-CFB548C6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1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6E78-C026-9741-9E8E-AACFCB9B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303CB-8FAF-5E4E-BD6C-8B1F3A9E9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B4F0F-9B06-794B-AC05-F138839F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3D7D6-BD0E-5245-8BE2-C35843C8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8BA83-1242-9A4E-8F25-07B75AA2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8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FC1C31-7D62-9041-90E2-C32FF22EF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E7391-3955-C643-BC2F-63F891930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AE746-0D0B-8144-AE7C-F1990502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6/12/20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34C3-B629-0646-B7D1-A6FAC131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1FFA0-87CD-7249-B729-0E0789C1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0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29B15C-63F2-D045-9EE0-C98496490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E410D-EC80-FC47-9332-B27EBEB67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79FA-403B-D84B-ACE4-D64B37AE3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2546D-C337-864E-97E4-436D2A8FC99A}" type="datetimeFigureOut">
              <a:rPr lang="en-US" smtClean="0"/>
              <a:t>6/12/20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0CB23-F2DA-D34B-A0EB-C85ED2217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97910-9250-2C44-BF5C-B9EB091FC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4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D0E65B-FDDE-1444-9A09-352C94540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31371"/>
            <a:ext cx="5181600" cy="5791200"/>
          </a:xfrm>
        </p:spPr>
        <p:txBody>
          <a:bodyPr>
            <a:normAutofit lnSpcReduction="10000"/>
          </a:bodyPr>
          <a:lstStyle/>
          <a:p>
            <a:r>
              <a:rPr lang="en-US" sz="2000" dirty="0" err="1"/>
              <a:t>fastqDir</a:t>
            </a:r>
            <a:endParaRPr lang="en-US" sz="2000" dirty="0"/>
          </a:p>
          <a:p>
            <a:r>
              <a:rPr lang="en-US" sz="2000" dirty="0" err="1"/>
              <a:t>trimDir</a:t>
            </a:r>
            <a:endParaRPr lang="en-US" sz="2000" dirty="0"/>
          </a:p>
          <a:p>
            <a:r>
              <a:rPr lang="en-US" sz="2000" dirty="0" err="1"/>
              <a:t>alignDir</a:t>
            </a:r>
            <a:endParaRPr lang="en-US" sz="2000" dirty="0"/>
          </a:p>
          <a:p>
            <a:r>
              <a:rPr lang="en-US" sz="2000" dirty="0" err="1"/>
              <a:t>filtereDir</a:t>
            </a:r>
            <a:endParaRPr lang="en-US" sz="2000" dirty="0"/>
          </a:p>
          <a:p>
            <a:r>
              <a:rPr lang="en-US" sz="2000" dirty="0" err="1"/>
              <a:t>dedupDir</a:t>
            </a:r>
            <a:endParaRPr lang="en-US" sz="2000" dirty="0"/>
          </a:p>
          <a:p>
            <a:r>
              <a:rPr lang="en-US" sz="2000" dirty="0" err="1"/>
              <a:t>splitDir</a:t>
            </a:r>
            <a:endParaRPr lang="en-US" sz="2000" dirty="0"/>
          </a:p>
          <a:p>
            <a:pPr lvl="1"/>
            <a:r>
              <a:rPr lang="en-US" sz="1800" dirty="0"/>
              <a:t>&lt;sample&gt;.{</a:t>
            </a:r>
            <a:r>
              <a:rPr lang="en-US" sz="1800" dirty="0" err="1"/>
              <a:t>all|nfr|nuc</a:t>
            </a:r>
            <a:r>
              <a:rPr lang="en-US" sz="1800" dirty="0"/>
              <a:t>}.{</a:t>
            </a:r>
            <a:r>
              <a:rPr lang="en-US" sz="1800" dirty="0" err="1"/>
              <a:t>ctr|sep|con</a:t>
            </a:r>
            <a:r>
              <a:rPr lang="en-US" sz="1800" dirty="0"/>
              <a:t>}.</a:t>
            </a:r>
            <a:r>
              <a:rPr lang="en-US" sz="1800" dirty="0" err="1"/>
              <a:t>bed.gz</a:t>
            </a:r>
            <a:endParaRPr lang="en-US" sz="1800" dirty="0"/>
          </a:p>
          <a:p>
            <a:endParaRPr lang="en-US" sz="20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8394F3-9C66-DF44-80E7-FDB7DDC9F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631371"/>
            <a:ext cx="5181600" cy="5791200"/>
          </a:xfrm>
        </p:spPr>
        <p:txBody>
          <a:bodyPr>
            <a:normAutofit lnSpcReduction="10000"/>
          </a:bodyPr>
          <a:lstStyle/>
          <a:p>
            <a:r>
              <a:rPr lang="en-US" sz="2000" dirty="0" err="1"/>
              <a:t>sampleDir</a:t>
            </a:r>
            <a:endParaRPr lang="en-US" sz="2000" dirty="0"/>
          </a:p>
          <a:p>
            <a:pPr lvl="1"/>
            <a:r>
              <a:rPr lang="en-US" sz="1800" dirty="0"/>
              <a:t>&lt;sample&gt;</a:t>
            </a:r>
          </a:p>
          <a:p>
            <a:pPr lvl="2"/>
            <a:r>
              <a:rPr lang="en-US" sz="1400" dirty="0" err="1"/>
              <a:t>info.txt</a:t>
            </a:r>
            <a:endParaRPr lang="en-US" sz="1400" dirty="0"/>
          </a:p>
          <a:p>
            <a:pPr lvl="3"/>
            <a:r>
              <a:rPr lang="en-US" sz="1200" dirty="0"/>
              <a:t>&lt;id&gt;</a:t>
            </a:r>
          </a:p>
          <a:p>
            <a:pPr lvl="3"/>
            <a:r>
              <a:rPr lang="en-US" sz="1200" dirty="0"/>
              <a:t>&lt;name&gt;</a:t>
            </a:r>
          </a:p>
          <a:p>
            <a:pPr lvl="2"/>
            <a:r>
              <a:rPr lang="en-US" sz="1600" dirty="0" err="1"/>
              <a:t>BaseFreq</a:t>
            </a:r>
            <a:endParaRPr lang="en-US" sz="1600" dirty="0"/>
          </a:p>
          <a:p>
            <a:pPr lvl="3"/>
            <a:r>
              <a:rPr lang="en-US" sz="1400" dirty="0" err="1"/>
              <a:t>freq.R</a:t>
            </a:r>
            <a:r>
              <a:rPr lang="en-US" sz="1400" dirty="0"/>
              <a:t>{1|2}.line.{</a:t>
            </a:r>
            <a:r>
              <a:rPr lang="en-US" sz="1400" dirty="0" err="1"/>
              <a:t>pdf|png</a:t>
            </a:r>
            <a:r>
              <a:rPr lang="en-US" sz="1400" dirty="0"/>
              <a:t>}</a:t>
            </a:r>
          </a:p>
          <a:p>
            <a:pPr lvl="3"/>
            <a:r>
              <a:rPr lang="en-US" sz="1400" dirty="0" err="1"/>
              <a:t>freq.R</a:t>
            </a:r>
            <a:r>
              <a:rPr lang="en-US" sz="1400" dirty="0"/>
              <a:t>{1|2}.txt</a:t>
            </a:r>
          </a:p>
          <a:p>
            <a:pPr lvl="2"/>
            <a:r>
              <a:rPr lang="en-US" sz="1600" dirty="0" err="1"/>
              <a:t>FragLen</a:t>
            </a:r>
            <a:endParaRPr lang="en-US" sz="1600" dirty="0"/>
          </a:p>
          <a:p>
            <a:pPr lvl="3"/>
            <a:r>
              <a:rPr lang="en-US" sz="1400" dirty="0"/>
              <a:t>dist.{</a:t>
            </a:r>
            <a:r>
              <a:rPr lang="en-US" sz="1400" dirty="0" err="1"/>
              <a:t>png|txt</a:t>
            </a:r>
            <a:r>
              <a:rPr lang="en-US" sz="1400" dirty="0"/>
              <a:t>}</a:t>
            </a:r>
          </a:p>
          <a:p>
            <a:pPr lvl="2"/>
            <a:r>
              <a:rPr lang="en-US" sz="1600" dirty="0"/>
              <a:t>TSV.{</a:t>
            </a:r>
            <a:r>
              <a:rPr lang="en-US" sz="1600" dirty="0" err="1"/>
              <a:t>all|nfr|nuc</a:t>
            </a:r>
            <a:r>
              <a:rPr lang="en-US" sz="1600" dirty="0"/>
              <a:t>}</a:t>
            </a:r>
          </a:p>
          <a:p>
            <a:pPr lvl="2"/>
            <a:r>
              <a:rPr lang="en-US" sz="1600" dirty="0" err="1"/>
              <a:t>HomerPeak.factor</a:t>
            </a:r>
            <a:endParaRPr lang="en-US" sz="1600" dirty="0"/>
          </a:p>
          <a:p>
            <a:pPr lvl="3"/>
            <a:r>
              <a:rPr lang="en-US" sz="1400" dirty="0" err="1"/>
              <a:t>peak.exBL.bed</a:t>
            </a:r>
            <a:endParaRPr lang="en-US" sz="1400" dirty="0"/>
          </a:p>
          <a:p>
            <a:pPr lvl="3"/>
            <a:r>
              <a:rPr lang="en-US" sz="1400" dirty="0"/>
              <a:t>peak.exBL.1rpm.bed</a:t>
            </a:r>
          </a:p>
          <a:p>
            <a:pPr lvl="2"/>
            <a:r>
              <a:rPr lang="en-US" sz="1600" dirty="0" err="1"/>
              <a:t>HomerPeak.histone</a:t>
            </a:r>
            <a:r>
              <a:rPr lang="en-US" sz="1600" dirty="0"/>
              <a:t>’</a:t>
            </a:r>
          </a:p>
          <a:p>
            <a:pPr lvl="3"/>
            <a:r>
              <a:rPr lang="en-US" sz="1400" dirty="0" err="1"/>
              <a:t>peak.exBL.bed</a:t>
            </a:r>
            <a:endParaRPr lang="en-US" sz="1400" dirty="0"/>
          </a:p>
          <a:p>
            <a:pPr lvl="2"/>
            <a:r>
              <a:rPr lang="en-US" sz="1600" dirty="0" err="1"/>
              <a:t>HomerPeak.factor.allFrag</a:t>
            </a:r>
            <a:endParaRPr lang="en-US" sz="1600" dirty="0"/>
          </a:p>
          <a:p>
            <a:pPr lvl="3"/>
            <a:r>
              <a:rPr lang="en-US" sz="1400" dirty="0" err="1"/>
              <a:t>peak.exBL.bed</a:t>
            </a:r>
            <a:endParaRPr lang="en-US" sz="1400" dirty="0"/>
          </a:p>
          <a:p>
            <a:pPr lvl="3"/>
            <a:r>
              <a:rPr lang="en-US" sz="1400" dirty="0"/>
              <a:t>peak.exBL.1rpm.bed</a:t>
            </a:r>
          </a:p>
          <a:p>
            <a:pPr lvl="2"/>
            <a:r>
              <a:rPr lang="en-US" sz="1600" dirty="0" err="1"/>
              <a:t>igv.full.rpm.bw</a:t>
            </a:r>
            <a:endParaRPr lang="en-US" sz="1600" dirty="0"/>
          </a:p>
          <a:p>
            <a:pPr lvl="2"/>
            <a:r>
              <a:rPr lang="en-US" sz="1600" dirty="0"/>
              <a:t>igv.1bp.rpm.{</a:t>
            </a:r>
            <a:r>
              <a:rPr lang="en-US" sz="1600" dirty="0" err="1"/>
              <a:t>plus|minus</a:t>
            </a:r>
            <a:r>
              <a:rPr lang="en-US" sz="1600" dirty="0"/>
              <a:t>}.</a:t>
            </a:r>
            <a:r>
              <a:rPr lang="en-US" sz="1600" dirty="0" err="1"/>
              <a:t>bw</a:t>
            </a:r>
            <a:endParaRPr lang="en-US" sz="1600" dirty="0"/>
          </a:p>
          <a:p>
            <a:pPr lvl="2"/>
            <a:r>
              <a:rPr lang="en-US" sz="1600" dirty="0" err="1"/>
              <a:t>fragment.fcl.bed.gz</a:t>
            </a:r>
            <a:endParaRPr lang="en-US" sz="1600" dirty="0"/>
          </a:p>
          <a:p>
            <a:pPr lvl="2"/>
            <a:endParaRPr lang="en-US" sz="16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2434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138</Words>
  <Application>Microsoft Macintosh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Lim, Hee Woong</dc:creator>
  <cp:lastModifiedBy>Lim, Hee Woong</cp:lastModifiedBy>
  <cp:revision>10</cp:revision>
  <dcterms:created xsi:type="dcterms:W3CDTF">2020-06-12T17:02:32Z</dcterms:created>
  <dcterms:modified xsi:type="dcterms:W3CDTF">2020-06-12T19:58:40Z</dcterms:modified>
</cp:coreProperties>
</file>